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96" y="-4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FB8F-6591-4FCE-99C8-71141270A06C}" type="datetimeFigureOut">
              <a:rPr lang="ru-RU" smtClean="0"/>
              <a:t>01.04.2019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3228-828C-4E83-88AB-485E4D27334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FB8F-6591-4FCE-99C8-71141270A06C}" type="datetimeFigureOut">
              <a:rPr lang="ru-RU" smtClean="0"/>
              <a:t>01.04.2019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3228-828C-4E83-88AB-485E4D27334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FB8F-6591-4FCE-99C8-71141270A06C}" type="datetimeFigureOut">
              <a:rPr lang="ru-RU" smtClean="0"/>
              <a:t>01.04.2019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3228-828C-4E83-88AB-485E4D27334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FB8F-6591-4FCE-99C8-71141270A06C}" type="datetimeFigureOut">
              <a:rPr lang="ru-RU" smtClean="0"/>
              <a:t>01.04.2019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3228-828C-4E83-88AB-485E4D27334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FB8F-6591-4FCE-99C8-71141270A06C}" type="datetimeFigureOut">
              <a:rPr lang="ru-RU" smtClean="0"/>
              <a:t>01.04.2019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3228-828C-4E83-88AB-485E4D27334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FB8F-6591-4FCE-99C8-71141270A06C}" type="datetimeFigureOut">
              <a:rPr lang="ru-RU" smtClean="0"/>
              <a:t>01.04.2019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3228-828C-4E83-88AB-485E4D27334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FB8F-6591-4FCE-99C8-71141270A06C}" type="datetimeFigureOut">
              <a:rPr lang="ru-RU" smtClean="0"/>
              <a:t>01.04.2019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3228-828C-4E83-88AB-485E4D27334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FB8F-6591-4FCE-99C8-71141270A06C}" type="datetimeFigureOut">
              <a:rPr lang="ru-RU" smtClean="0"/>
              <a:t>01.04.2019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3228-828C-4E83-88AB-485E4D27334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FB8F-6591-4FCE-99C8-71141270A06C}" type="datetimeFigureOut">
              <a:rPr lang="ru-RU" smtClean="0"/>
              <a:t>01.04.2019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3228-828C-4E83-88AB-485E4D27334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FB8F-6591-4FCE-99C8-71141270A06C}" type="datetimeFigureOut">
              <a:rPr lang="ru-RU" smtClean="0"/>
              <a:t>01.04.2019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3228-828C-4E83-88AB-485E4D27334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FB8F-6591-4FCE-99C8-71141270A06C}" type="datetimeFigureOut">
              <a:rPr lang="ru-RU" smtClean="0"/>
              <a:t>01.04.2019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3228-828C-4E83-88AB-485E4D27334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0FB8F-6591-4FCE-99C8-71141270A06C}" type="datetimeFigureOut">
              <a:rPr lang="ru-RU" smtClean="0"/>
              <a:t>01.04.2019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03228-828C-4E83-88AB-485E4D273344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ccess.redhat.com/documentation/en-us/red_hat_enterprise_linux/6/html/security_guide/app-Audit_Reference" TargetMode="External"/><Relationship Id="rId7" Type="http://schemas.openxmlformats.org/officeDocument/2006/relationships/hyperlink" Target="https://raw.githubusercontent.com/NullArray/MIDA-Multitool/master/mida.sh" TargetMode="External"/><Relationship Id="rId2" Type="http://schemas.openxmlformats.org/officeDocument/2006/relationships/hyperlink" Target="https://access.redhat.com/documentation/en-us/red_hat_enterprise_linux/6/html/security_guide/sec-Audit_Record_Typ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aw.githubusercontent.com/shawnduong/PXEnum/master/PXEnum.sh" TargetMode="External"/><Relationship Id="rId5" Type="http://schemas.openxmlformats.org/officeDocument/2006/relationships/hyperlink" Target="https://gist.github.com/Neo23x0/9fe88c0c5979e017a389b90fd19ddfee" TargetMode="External"/><Relationship Id="rId4" Type="http://schemas.openxmlformats.org/officeDocument/2006/relationships/hyperlink" Target="https://access.redhat.com/documentation/en-us/red_hat_enterprise_linux/6/html/security_guide/chap-system_audit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Аудит ОС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Виды аудита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Аудит входов</a:t>
            </a:r>
          </a:p>
          <a:p>
            <a:r>
              <a:rPr lang="ru-RU" dirty="0" smtClean="0"/>
              <a:t>Аудит объектов</a:t>
            </a:r>
          </a:p>
          <a:p>
            <a:r>
              <a:rPr lang="ru-RU" dirty="0" smtClean="0"/>
              <a:t>Аудит изменений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</a:t>
            </a:r>
            <a:r>
              <a:rPr lang="ru-RU" b="1" dirty="0" smtClean="0"/>
              <a:t>ценарии </a:t>
            </a:r>
            <a:r>
              <a:rPr lang="ru-RU" b="1" dirty="0"/>
              <a:t>применения </a:t>
            </a:r>
            <a:r>
              <a:rPr lang="en-US" b="1" dirty="0" err="1"/>
              <a:t>auditd</a:t>
            </a:r>
            <a:endParaRPr lang="en-US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492896"/>
            <a:ext cx="8229600" cy="3633267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Контроль </a:t>
            </a:r>
            <a:r>
              <a:rPr lang="ru-RU" sz="2400" dirty="0"/>
              <a:t>доступа к файлам</a:t>
            </a:r>
          </a:p>
          <a:p>
            <a:r>
              <a:rPr lang="ru-RU" sz="2400" dirty="0"/>
              <a:t>мониторинг системных вызовов</a:t>
            </a:r>
          </a:p>
          <a:p>
            <a:r>
              <a:rPr lang="ru-RU" sz="2400" dirty="0" err="1"/>
              <a:t>Логирование</a:t>
            </a:r>
            <a:r>
              <a:rPr lang="ru-RU" sz="2400" dirty="0"/>
              <a:t> команд, запускаемых пользователем</a:t>
            </a:r>
          </a:p>
          <a:p>
            <a:r>
              <a:rPr lang="ru-RU" sz="2400" dirty="0"/>
              <a:t>Отслеживание событий безопасности</a:t>
            </a:r>
          </a:p>
          <a:p>
            <a:r>
              <a:rPr lang="ru-RU" sz="2400" dirty="0"/>
              <a:t>Мониторинг сетевого доступа</a:t>
            </a:r>
          </a:p>
          <a:p>
            <a:endParaRPr lang="ru-RU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Архитектура </a:t>
            </a:r>
            <a:r>
              <a:rPr lang="en-US" dirty="0" err="1" smtClean="0"/>
              <a:t>auditd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844824"/>
            <a:ext cx="8184909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Компоненты </a:t>
            </a:r>
            <a:r>
              <a:rPr lang="en-US" dirty="0" err="1" smtClean="0"/>
              <a:t>Auditd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12776"/>
            <a:ext cx="7524328" cy="5130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2636912"/>
            <a:ext cx="8229600" cy="1143000"/>
          </a:xfrm>
        </p:spPr>
        <p:txBody>
          <a:bodyPr/>
          <a:lstStyle/>
          <a:p>
            <a:r>
              <a:rPr lang="ru-RU" dirty="0" smtClean="0"/>
              <a:t>Теперь практика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Полезные ссылки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Список типов событий </a:t>
            </a:r>
            <a:r>
              <a:rPr lang="en-US" sz="1600" dirty="0" smtClean="0"/>
              <a:t>audit </a:t>
            </a:r>
            <a:r>
              <a:rPr lang="ru-RU" sz="1600" dirty="0" smtClean="0">
                <a:hlinkClick r:id="rId2"/>
              </a:rPr>
              <a:t>https</a:t>
            </a:r>
            <a:r>
              <a:rPr lang="ru-RU" sz="1600" dirty="0">
                <a:hlinkClick r:id="rId2"/>
              </a:rPr>
              <a:t>://</a:t>
            </a:r>
            <a:r>
              <a:rPr lang="ru-RU" sz="1600" dirty="0" smtClean="0">
                <a:hlinkClick r:id="rId2"/>
              </a:rPr>
              <a:t>access.redhat.com/documentation/en-us/red_hat_enterprise_linux/6/html/security_guide/sec-Audit_Record_Types</a:t>
            </a:r>
            <a:endParaRPr lang="en-US" sz="1600" dirty="0" smtClean="0"/>
          </a:p>
          <a:p>
            <a:r>
              <a:rPr lang="ru-RU" sz="1600" dirty="0" smtClean="0"/>
              <a:t>Таблица полей отображаемых в </a:t>
            </a:r>
            <a:r>
              <a:rPr lang="en-US" sz="1600" dirty="0" smtClean="0"/>
              <a:t>audit </a:t>
            </a:r>
            <a:r>
              <a:rPr lang="en-US" sz="1600" dirty="0" smtClean="0">
                <a:hlinkClick r:id="rId3"/>
              </a:rPr>
              <a:t>https</a:t>
            </a:r>
            <a:r>
              <a:rPr lang="en-US" sz="1600" dirty="0">
                <a:hlinkClick r:id="rId3"/>
              </a:rPr>
              <a:t>://</a:t>
            </a:r>
            <a:r>
              <a:rPr lang="en-US" sz="1600" dirty="0" smtClean="0">
                <a:hlinkClick r:id="rId3"/>
              </a:rPr>
              <a:t>access.redhat.com/documentation/en-us/red_hat_enterprise_linux/6/html/security_guide/app-Audit_Reference#sec-Audit_Events_Fields</a:t>
            </a:r>
            <a:endParaRPr lang="en-US" sz="1600" dirty="0"/>
          </a:p>
          <a:p>
            <a:r>
              <a:rPr lang="ru-RU" sz="1600" dirty="0" smtClean="0"/>
              <a:t>Официальная дока </a:t>
            </a:r>
            <a:r>
              <a:rPr lang="en-US" sz="1600" dirty="0" smtClean="0"/>
              <a:t>RHEL </a:t>
            </a:r>
            <a:r>
              <a:rPr lang="ru-RU" sz="1600" dirty="0" smtClean="0"/>
              <a:t>по настройке аудита: </a:t>
            </a:r>
            <a:r>
              <a:rPr lang="en-US" sz="1600" dirty="0" smtClean="0">
                <a:hlinkClick r:id="rId4"/>
              </a:rPr>
              <a:t>https://access.redhat.com/documentation/en-us/red_hat_enterprise_linux/6/html/security_guide/chap-system_auditing</a:t>
            </a:r>
            <a:endParaRPr lang="ru-RU" sz="1600" dirty="0" smtClean="0"/>
          </a:p>
          <a:p>
            <a:r>
              <a:rPr lang="ru-RU" sz="1600" dirty="0" smtClean="0"/>
              <a:t>Набор правил </a:t>
            </a:r>
            <a:r>
              <a:rPr lang="en-US" sz="1600" dirty="0" err="1" smtClean="0"/>
              <a:t>auditd</a:t>
            </a:r>
            <a:r>
              <a:rPr lang="en-US" sz="1600" dirty="0" smtClean="0"/>
              <a:t> </a:t>
            </a:r>
            <a:r>
              <a:rPr lang="ru-RU" sz="1600" dirty="0" smtClean="0"/>
              <a:t>от  </a:t>
            </a:r>
            <a:r>
              <a:rPr lang="en-US" sz="1600" dirty="0" err="1"/>
              <a:t>Florian</a:t>
            </a:r>
            <a:r>
              <a:rPr lang="en-US" sz="1600" dirty="0"/>
              <a:t> </a:t>
            </a:r>
            <a:r>
              <a:rPr lang="en-US" sz="1600" dirty="0" smtClean="0"/>
              <a:t>Roth</a:t>
            </a:r>
            <a:r>
              <a:rPr lang="ru-RU" sz="1600" dirty="0" smtClean="0"/>
              <a:t>: </a:t>
            </a:r>
            <a:r>
              <a:rPr lang="en-US" sz="1600" dirty="0" smtClean="0">
                <a:hlinkClick r:id="rId5"/>
              </a:rPr>
              <a:t>https</a:t>
            </a:r>
            <a:r>
              <a:rPr lang="en-US" sz="1600" dirty="0">
                <a:hlinkClick r:id="rId5"/>
              </a:rPr>
              <a:t>://</a:t>
            </a:r>
            <a:r>
              <a:rPr lang="en-US" sz="1600" dirty="0" smtClean="0">
                <a:hlinkClick r:id="rId5"/>
              </a:rPr>
              <a:t>gist.github.com/Neo23x0/9fe88c0c5979e017a389b90fd19ddfee</a:t>
            </a:r>
            <a:endParaRPr lang="ru-RU" sz="1600" dirty="0" smtClean="0"/>
          </a:p>
          <a:p>
            <a:r>
              <a:rPr lang="en-US" sz="1600" dirty="0" err="1" smtClean="0"/>
              <a:t>PXEnum</a:t>
            </a:r>
            <a:r>
              <a:rPr lang="ru-RU" sz="1600" dirty="0" smtClean="0"/>
              <a:t>: </a:t>
            </a:r>
            <a:r>
              <a:rPr lang="en-US" sz="1600" dirty="0" smtClean="0">
                <a:hlinkClick r:id="rId6"/>
              </a:rPr>
              <a:t>https://raw.githubusercontent.com/shawnduong/PXEnum/master/PXEnum.sh</a:t>
            </a:r>
            <a:endParaRPr lang="ru-RU" sz="1600" dirty="0" smtClean="0"/>
          </a:p>
          <a:p>
            <a:r>
              <a:rPr lang="en-US" sz="1600" dirty="0" smtClean="0"/>
              <a:t>MIDA-</a:t>
            </a:r>
            <a:r>
              <a:rPr lang="en-US" sz="1600" dirty="0" err="1" smtClean="0"/>
              <a:t>Multitool</a:t>
            </a:r>
            <a:r>
              <a:rPr lang="ru-RU" sz="1600" dirty="0" smtClean="0"/>
              <a:t> </a:t>
            </a:r>
            <a:r>
              <a:rPr lang="en-US" sz="1600" dirty="0" smtClean="0">
                <a:hlinkClick r:id="rId7"/>
              </a:rPr>
              <a:t>https://raw.githubusercontent.com/NullArray/MIDA-Multitool/master/mida.sh</a:t>
            </a:r>
            <a:endParaRPr lang="ru-RU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ru-RU" sz="1600" dirty="0"/>
          </a:p>
          <a:p>
            <a:endParaRPr lang="ru-RU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83</Words>
  <Application>Microsoft Office PowerPoint</Application>
  <PresentationFormat>Экран (4:3)</PresentationFormat>
  <Paragraphs>23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Аудит ОС</vt:lpstr>
      <vt:lpstr>Виды аудита</vt:lpstr>
      <vt:lpstr>Сценарии применения auditd</vt:lpstr>
      <vt:lpstr>Архитектура auditd</vt:lpstr>
      <vt:lpstr>Компоненты Auditd</vt:lpstr>
      <vt:lpstr>Теперь практика</vt:lpstr>
      <vt:lpstr>Полезные ссылки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Аудит ОС</dc:title>
  <dc:creator>Пользователь</dc:creator>
  <cp:lastModifiedBy>Пользователь </cp:lastModifiedBy>
  <cp:revision>4</cp:revision>
  <dcterms:created xsi:type="dcterms:W3CDTF">2019-04-01T18:17:01Z</dcterms:created>
  <dcterms:modified xsi:type="dcterms:W3CDTF">2019-04-01T19:50:21Z</dcterms:modified>
</cp:coreProperties>
</file>